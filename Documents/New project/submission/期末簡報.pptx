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7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D4A2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Python 蒙地卡羅模擬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驗證多人 RPG《Our Floating Castle》的戰鬥平衡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Combat Balance of a Multiplayer RPG via Python Monte Carlo Simulation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楊澤全　·　國立中央大學 電機工程學系 四年級　·　學號 111501572　·　2026.06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期末個人專題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問題：RPG 平衡為何難調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整體系統願景與本專題定位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平衡模擬工具設計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方法：公式移植與蒙地卡羅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結果與主要失衡發現</a:t>
            </a:r>
            <a:endParaRPr lang="en-US" sz="2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調參、再驗證與反思</a:t>
            </a:r>
            <a:endParaRPr lang="en-US" sz="2000" dirty="0"/>
          </a:p>
        </p:txBody>
      </p:sp>
      <p:pic>
        <p:nvPicPr>
          <p:cNvPr id="6" name="Image 0" descr="D:/OurFloatingCastle/Documents/New project/balance-sim/output/fig0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28800"/>
            <a:ext cx="4206240" cy="2395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42428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系統與分析管線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問題：RPG 平衡為何難調？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誰的問題：遊戲設計者自己。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什麼問題：四職業 × 最長 20 段連擊 × 敵人 HP「二次方」縮放交織，難以確認沒有職業壓制、等級牆或秒殺。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人工試玩一場只看到一個樣本，靠手感＝盲調。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 FUN SCORE 只是單點啟發式估計，看不到分佈。</a:t>
            </a:r>
            <a:endParaRPr lang="en-US" sz="18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需要用「數據」而非「手感」回答平衡問題。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整體系統願景與本專題定位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完整藍圖：多人線上養成世界——四職業、八屬性、鍛造、組隊討伐、公會爬塔、陣營城戰。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本學期不求全做完。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明確聚焦：戰鬥引擎與成長曲線。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Python 工具做統計驗證與平衡調校。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工具只『讀』伺服器公式、離線重現，不連線、不改存檔。</a:t>
            </a:r>
            <a:endParaRPr lang="en-US" sz="1600" dirty="0"/>
          </a:p>
        </p:txBody>
      </p:sp>
      <p:pic>
        <p:nvPicPr>
          <p:cNvPr id="6" name="Image 0" descr="D:/OurFloatingCastle/Documents/New project/balance-sim/output/fig0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20240"/>
            <a:ext cx="4937760" cy="280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47457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0、系統架構與分析管線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聚焦點：戰鬥引擎與 SAO 連擊鏈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852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四職業：戰士／刺客／法師／補師，各有不同單擊基準傷害。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連擊上限＝戰鬥等級（硬上限 20）。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技巧／速度決定續擊率；連擊達 4 段可觸發終結技。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擊起每擊消耗行動資源（法師吃 MP，其餘吃精力）。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八屬性：攻／防／運／智／體／速／技／韌。</a:t>
            </a:r>
            <a:endParaRPr lang="en-US" sz="1600" dirty="0"/>
          </a:p>
        </p:txBody>
      </p:sp>
      <p:pic>
        <p:nvPicPr>
          <p:cNvPr id="6" name="Image 0" descr="D:/OurFloatingCastle/Documents/New project/balance-sim/output/fig3_combo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86000"/>
            <a:ext cx="5120640" cy="1344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36484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連擊長度分布（最大連擊＝等級）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實際遊戲畫面（電腦介面）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pic>
        <p:nvPicPr>
          <p:cNvPr id="5" name="Image 0" descr="D:/OurFloatingCastle/Documents/New project/screenshots/desk_01_charac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029200" cy="331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349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角色「桐人」：八屬性與資源</a:t>
            </a:r>
            <a:endParaRPr lang="en-US" sz="1200" dirty="0"/>
          </a:p>
        </p:txBody>
      </p:sp>
      <p:pic>
        <p:nvPicPr>
          <p:cNvPr id="7" name="Image 1" descr="D:/OurFloatingCastle/Documents/New project/screenshots/desk_batt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20240"/>
            <a:ext cx="5029200" cy="33101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55080" y="5349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即時戰鬥：破甲狀態徽章 + 破甲穿刺戰技 + Boss 血條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成長與敵人縮放公式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pic>
        <p:nvPicPr>
          <p:cNvPr id="5" name="Image 0" descr="D:/OurFloatingCastle/Documents/New project/balance-sim/output/fig6_level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394960" cy="3099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8554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6、升級需求曲線</a:t>
            </a:r>
            <a:endParaRPr lang="en-US" sz="1000" dirty="0"/>
          </a:p>
        </p:txBody>
      </p:sp>
      <p:pic>
        <p:nvPicPr>
          <p:cNvPr id="7" name="Image 1" descr="D:/OurFloatingCastle/Documents/New project/balance-sim/output/fig7_enem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394960" cy="30998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48554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7、敵人 HP 二次縮放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升級需求 max(60, 70 + 等級^1.5 × 40)；敵人 HP 帶二次項以避免高等級被秒殺。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方法（一）：TS → Python 公式移植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把伺服器中決定戰力的公式逐式搬到 Python，每個函式標註 TS 來源與行號。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數值精確對齊（如 Math.round 半進位 → floor(x+0.5)）。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連擊上限＝floor(等級)；續擊率＝0.46+技×0.009+速×0.014+等級×0.006。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減傷＝防/(防+80) + floor(韌/4)+floor(防/10)。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敵人 HP＝(基礎+層×18)×(1+lf×0.22+lf²×0.012)。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方法（二）：蒙地卡羅模擬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4 職業 × 1–20 級 × 4 難度，每格模擬 4000 場。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固定亂數種子（seed=20260622）確保可重現。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單一樣本隨機，大量重複後估計量收斂（右圖）。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pandas 聚合成（職業, 等級）表格。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自動標記四類衝突：職業壓制／節奏／等級牆／秒殺。</a:t>
            </a:r>
            <a:endParaRPr lang="en-US" sz="1600" dirty="0"/>
          </a:p>
        </p:txBody>
      </p:sp>
      <p:pic>
        <p:nvPicPr>
          <p:cNvPr id="6" name="Image 0" descr="D:/OurFloatingCastle/Documents/New project/balance-sim/output/fig9_converg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920240"/>
            <a:ext cx="5029200" cy="2770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9、蒙地卡羅收斂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工具架構：五個模組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formulas.py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78308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逐式移植 TS 戰鬥／成長公式（含來源行號）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269748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重現單體戰鬥迴圈：連擊／資源／終結技／減傷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118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analyze.py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61188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蒙地卡羅 + pandas 聚合 + 失衡偵測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262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plots.py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452628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matplotlib 產生所有圖表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44068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406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544068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 一鍵跑完，--tune 做調參前後比較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結果（一）：驗證設計宣稱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最大連擊數＝戰鬥等級：完全成立（L5=5、L10=10、L20=20）。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終結率隨等級上升：成立但更細緻——4 段前 0%，中段達 ~55% 高峰後回穩至 ~41%。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平均 3–4 回合擊殺：並不穩定，實測在約 1.5–6 回合間變動。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設計文件未經實證的『3–4 回合』宣稱，被本工具誠實修正。</a:t>
            </a:r>
            <a:endParaRPr lang="en-US" sz="1600" dirty="0"/>
          </a:p>
        </p:txBody>
      </p:sp>
      <p:pic>
        <p:nvPicPr>
          <p:cNvPr id="6" name="Image 0" descr="D:/OurFloatingCastle/Documents/New project/balance-sim/output/fig5_finisher_norm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828800"/>
            <a:ext cx="521208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49743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5、終結技觸發率 vs 等級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結果（二）：主要失衡——戰士過弱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pic>
        <p:nvPicPr>
          <p:cNvPr id="5" name="Image 0" descr="D:/OurFloatingCastle/Documents/New project/balance-sim/output/fig1_winrate_el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035040" cy="3621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3766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1、菁英難度各職業勝率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49440" y="20116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連擊系統獎勵技巧／速度，戰士兩者原最低。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純連擊版本：菁英 L10 戰士僅 18%、落差達 75pt（最弱）。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據此將戰士技巧 4→8、速度 5→6。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豐富化後再驗證：戰士回升（L10 約 58%），不再崩盤。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結果（三）：擊殺節奏與每擊傷害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pic>
        <p:nvPicPr>
          <p:cNvPr id="5" name="Image 0" descr="D:/OurFloatingCastle/Documents/New project/balance-sim/output/fig2_rounds_norm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394960" cy="323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9262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2、平均擊殺回合</a:t>
            </a:r>
            <a:endParaRPr lang="en-US" sz="1000" dirty="0"/>
          </a:p>
        </p:txBody>
      </p:sp>
      <p:pic>
        <p:nvPicPr>
          <p:cNvPr id="7" name="Image 1" descr="D:/OurFloatingCastle/Documents/New project/balance-sim/output/fig4_damage_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394960" cy="30449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4800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4、各職業每擊平均傷害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失衡數據：菁英難度勝率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94560"/>
          <a:ext cx="9601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36192"/>
                <a:gridCol w="1536192"/>
                <a:gridCol w="1536192"/>
                <a:gridCol w="1536192"/>
                <a:gridCol w="153619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戰鬥等級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戰士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刺客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法師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補師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最大落差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L5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78%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48 pts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98%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96%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 pts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L16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93%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98%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93%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pts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L20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94%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pts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280160" y="5212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（含豐富化機制的最新結果）戰士中低段仍最弱但已不崩盤，L16 後與他職相當。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調參與再驗證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pic>
        <p:nvPicPr>
          <p:cNvPr id="5" name="Image 0" descr="D:/OurFloatingCastle/Documents/New project/balance-sim/output/fig8_tuning_before_af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309360" cy="2642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39826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8、調整前後（戰士技巧+4／速度+1）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920240"/>
          <a:ext cx="4389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調整前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調整後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戰士平均勝率（菁英）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35.2%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9D8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63.5%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四職業勝率落差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42.1 pts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9D8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22.2 pts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戰士基礎技巧 / 速度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/ 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A9D8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/ 6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根因修正：補強戰士連擊接續，使其回到中段而非反壓他職；已套用回遊戲。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參數敏感度：該補多少？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pic>
        <p:nvPicPr>
          <p:cNvPr id="5" name="Image 0" descr="D:/OurFloatingCastle/Documents/New project/balance-sim/output/fig10_sensitiv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126480" cy="3675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3153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10、平衡 vs 戰士基礎技巧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04088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技巧每 +1，戰士勝率與職業平衡單調改善。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技巧 4→63%；技巧 8→85%；落差 32→14pts。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超過約技巧 10 後落差下降趨緩（戰士開始反超）。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證實「技巧」是正確且有效的調整槓桿。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自動調參搜尋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  <p:pic>
        <p:nvPicPr>
          <p:cNvPr id="5" name="Image 0" descr="D:/OurFloatingCastle/Documents/New project/balance-sim/output/fig11_optimiz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852160" cy="3721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7725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11、(技巧 × 速度) 落差熱圖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網格搜尋以『職業勝率落差最小』為目標。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純最小值：技巧10／速6 → 11.7pts，但戰士 93%（過強）。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 技巧8／速6 → 12.6pts、戰士 89%，保留安全邊際。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工具負責『提出』，設計者『定奪』。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ENRICHMENT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戰鬥豐富化（更有趣）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進階戰技：破甲穿刺 / 灼燒 / 劇毒 / 冰封 / 震懾。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狀態效果：燃燒・中毒（逐回合 DoT）、冰凍（弱化攻勢）、眩暈（跳過行動）、破甲（受擊加重）。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連擊里程碑：8 / 12 / 16 / 20 連擊追加 12 / 20 / 30 / 40% 爆發。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Boss 狂怒：血量 &lt; 40% 時攻擊力 ×1.25。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前端：Boss 血條狀態徽章與狂怒標記、戰技事件依類型分色。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再驗證：傷害來源更多元 → 職業落差進一步收斂、戰士不再崩盤。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反思與限制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模型是戰鬥『引擎』的忠實研究，非整個遊戲的複製。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未含裝備、次要角色、秘籍與隊伍綜效；屬性採代表性 build。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蒙地卡羅有抽樣誤差：標示樣本數（4000/格）與固定種子。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價值：用『分佈』取代『單點』FUN SCORE。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最大收穫：誠實面對數據——不符就修正宣稱與遊戲，而非修飾數據。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D4A2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未來改進 &amp; 結語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納入裝備／次要角色／隊伍綜效，使模擬更貼近實戰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把離線模擬接成後台批次：每次調參先模擬再上線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已實現自動參數搜尋；下一步:多目標(平衡 × 樂趣 × 節奏)最佳化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參考文獻：NumPy (Harris 2020)、Matplotlib (Hunter 2007)、pandas (McKinney 2010)、Monte Carlo (Metropolis &amp; Ulam 1949)、Game Balance (Schreiber &amp; Romero 2021)。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UPDATE · 2026-06-23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八屬性重定義・資源 / 心態 / 必殺槽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A2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八屬性用途重定義：速＝連擊接續/閃避、技＝暴擊/反擊/格擋、體/韌＝心態與硬韌減傷。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資源模型：連擊（第 2 擊起）每擊消耗 MP（全職業統一）、行動本身消耗精力。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心態（士氣）系統：體力與韌性撐起；高心態增傷、過低降傷，極低且瀕死才可能退縮。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必殺槽 + 可裝備密技：歐拉歐拉連打、時間暫停（時間系密技在停時窗口做更多事）。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敵人 / Boss 名稱大幅多樣化、攻擊招式不再單一；成就項目同步擴增。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同步重跑（單元測試 15→19 全過）：網格搜尋再次確認「技 8／速 6」落差最小（約 4.3 pts）。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2026-06-22T16:20:25Z</dcterms:created>
  <dcterms:modified xsi:type="dcterms:W3CDTF">2026-06-22T16:20:25Z</dcterms:modified>
</cp:coreProperties>
</file>